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TIÊU ĐỀ — GYM SHARK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Hệ thống quản lý phòng tập gym full-stack</a:t>
            </a:r>
            <a:br/>
            <a:r>
              <a:t>• Next.js 14 + TypeScript + Tailwind v3  |  NestJS + TypeORM + PostgreSQL 17</a:t>
            </a:r>
            <a:br/>
            <a:r>
              <a:t>• Chat realtime Socket.IO • FACE_ID (1024-dim) • Meal-plan builder • Audit 34 action</a:t>
            </a:r>
            <a:br/>
            <a:r>
              <a:t>• Đồ án tốt nghiệp — ĐH Lạc Hồng  |  2026-10-21</a:t>
            </a:r>
          </a:p>
        </p:txBody>
      </p:sp>
      <p:pic>
        <p:nvPicPr>
          <p:cNvPr id="8" name="Picture 7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023360"/>
            <a:ext cx="1463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BỐI CẢNH &amp; VẤN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Quản lý phòng gym thủ công → thất thoát hội viên, khó theo dõi check-in</a:t>
            </a:r>
            <a:br/>
            <a:r>
              <a:t>• HLV cần công cụ thực đơn dinh dưỡng, chat trực tiếp với hội viên</a:t>
            </a:r>
            <a:br/>
            <a:r>
              <a:t>• Ban quản lý cần báo cáo chuyên cần, thanh toán, khuyến mãi, audit đầy đủ</a:t>
            </a:r>
            <a:br/>
            <a:r>
              <a:t>• Mục tiêu: full-stack tích hợp từ hội viên → HLV → lễ tân →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CÔNG NGHỆ &amp; KIẾN TRÚC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FE: Next.js 14 (App Router) + TypeScript + Tailwind CSS v3 + lucide-react</a:t>
            </a:r>
            <a:br/>
            <a:r>
              <a:t>• BE: NestJS (36/36 smoke PASS) + TypeORM (28 entities, DB_SYNCHRONIZE=true)</a:t>
            </a:r>
            <a:br/>
            <a:r>
              <a:t>• DB: PostgreSQL 17 native (service Running, port 5432, DB gym_db)</a:t>
            </a:r>
            <a:br/>
            <a:r>
              <a:t>• Realtime: Socket.IO JWT-auth (join user:&lt;id&gt;, typing, message:new, conversation:updated)</a:t>
            </a:r>
            <a:br/>
            <a:r>
              <a:t>• AI/FACE: @vladmandic/human (client-side), vector 1024, consent NĐ13/2023, anti-spoof real&lt;0.3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CẤU TRÚC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Frontend: app/(public) + (member) + (admin) + (trainer) + components/chat/chat-client.tsx (dùng chung)</a:t>
            </a:r>
            <a:br/>
            <a:r>
              <a:t>• Backend modules: auth, members, memberships, payments, invoices, checkins, schedules, trainers, foods, meal-plans, chat, faces, audit-logs, notifications, promotions, reports</a:t>
            </a:r>
            <a:br/>
            <a:r>
              <a:t>• Schema: Conversation + Message + MessageAttachment + Food + MealPlan + Meal + MealItem + FaceEmbedding (1024-dim vector Float[], consentAt, imageData data URL) + CheckIn (CARD/QR/BIOMETRIC/PHONE/FACE_ID)</a:t>
            </a:r>
            <a:br/>
            <a:r>
              <a:t>• SP: 185 stored-procedures (Phase 2 SQL Server migration) — revert PostgreSQL cho ổn định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CHAT REALTIME (HLV ↔ HỘI VIÊN)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Socket.IO JWT-auth: event message:new, conversation:updated, messages:read</a:t>
            </a:r>
            <a:br/>
            <a:r>
              <a:t>• Component dùng chung: src/components/chat/chat-client.tsx</a:t>
            </a:r>
            <a:br/>
            <a:r>
              <a:t>• Phân quyền: chỉ TrainerMember ACTIVE mới chat (backend enforce)</a:t>
            </a:r>
            <a:br/>
            <a:r>
              <a:t>• Lưu trữ: Conversation + Message + MessageAttachment (base64 data URL) — ảnh tối, tương phản mạnh</a:t>
            </a:r>
          </a:p>
        </p:txBody>
      </p:sp>
      <p:pic>
        <p:nvPicPr>
          <p:cNvPr id="8" name="Picture 7" descr="bw-trai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023360"/>
            <a:ext cx="1463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THỰC ĐƠN &amp; THƯ VIỆN THỰC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Thư viện: Food (26 món seed) — CRUD /admin/foods</a:t>
            </a:r>
            <a:br/>
            <a:r>
              <a:t>• Thực đơn: MealPlan + Meal (BREAKFAST/LUNCH/DINNER/SNACK) + MealItem</a:t>
            </a:r>
            <a:br/>
            <a:r>
              <a:t>• Tính dinh dưỡng: tổng calo / P / C / F (100g) — snapshot khi lưu + gửi qua chat</a:t>
            </a:r>
            <a:br/>
            <a:r>
              <a:t>• Builder: /trainer/meal-plans/builder — thêm bữa → chọn món từ thư viện → tính tổng → Lưu nháp / Gửi hội viên (kèm chat)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CHECK-IN / CHECK-OUT + FACE_ID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Schema CheckIn: method enum CARD/QR/BIOMETRIC/PHONE/FACE_ID</a:t>
            </a:r>
            <a:br/>
            <a:r>
              <a:t>• FaceEmbedding: vector Float[] 1024-dim (@vladmandic/human CDN model), consentAt (NĐ13/2023), anti-spoof (real&lt;0.3 chặn mẫu)</a:t>
            </a:r>
            <a:br/>
            <a:r>
              <a:t>• Lễ tân 1:N scan: /admin/checkins — POST /checkins/face-scan (threshold 0.7) → 404 → lễ tân đối chiếu ảnh thủ công</a:t>
            </a:r>
            <a:br/>
            <a:r>
              <a:t>• Member check-in: /member/checkin — đăng ký /member/face-registration → FACE_ID</a:t>
            </a:r>
          </a:p>
        </p:txBody>
      </p:sp>
      <p:pic>
        <p:nvPicPr>
          <p:cNvPr id="8" name="Picture 7" descr="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023360"/>
            <a:ext cx="1463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PROMOTION + NOTIFICATION +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Promotion: validate tự tính subtotal-discount-total / usage đếm qua Payment / stats / auto-expire</a:t>
            </a:r>
            <a:br/>
            <a:r>
              <a:t>• Notification: bell 3 phía — /admin/notifications, /announce (SPECIFIC_BRANCH + role), ticker 6h (NotificationTickerService)</a:t>
            </a:r>
            <a:br/>
            <a:r>
              <a:t>• Reports: /admin/reports — 8 tab + CSV export BOM + KPI chuyên cần (/admin/reports/attendance), doanh thu, thành viên</a:t>
            </a:r>
            <a:br/>
            <a:r>
              <a:t>• AuditLog: @Global(), log() không bao giờ throw — 34 action / 12 entity — /admin/audit-logs (gate ADMIN/MANAGER)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TRẠNG THÁI MÔI TRƯỜNG (HIỆN TẠI)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DB: PostgreSQL 17 native (postgres/postgrespassword, port 5432, DB gym_db) — revert từ SQL Server 2022 (50862) cho ổn định</a:t>
            </a:r>
            <a:br/>
            <a:r>
              <a:t>• .env: DATABASE_URL postgresql://postgres:postgrespassword@localhost:5432/gym_db?schema=public</a:t>
            </a:r>
            <a:br/>
            <a:r>
              <a:t>• prisma/schema.prisma: provider = postgresql (revert từ sqlserver)</a:t>
            </a:r>
            <a:br/>
            <a:r>
              <a:t>• TypeORM: type = 'postgres' (revert từ 'mssql'), entities đã sửa datetime2→timestamp, nvarchar→varchar, bit→boolean, SYSUTCDATETIME→CURRENT_TIMESTAMP</a:t>
            </a:r>
            <a:br/>
            <a:r>
              <a:t>• BE: localhost:3001/api — database: connected — TypeORM synchronize tạo bảng từ entities</a:t>
            </a:r>
            <a:br/>
            <a:r>
              <a:t>• FE: localhost:3000 — typecheck/lint/format/build PASS — QA responsive 294/294 PASS (6 viewport × 49 route)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DEMO / VIDEO /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Link demo live: http://localhost:3000/login (trainer@gym.com / Trainer@123456 — member@gym.com / Member@123456)</a:t>
            </a:r>
            <a:br/>
            <a:r>
              <a:t>• Swagger BE docs: http://localhost:3001/api/docs</a:t>
            </a:r>
            <a:br/>
            <a:r>
              <a:t>• Nguồn ảnh: frontend/public/images/ (hero.jpg, gym-wide.jpg, pullup.jpg, program-*.jpg, cta.jpg, bw-training.jpg) — bắt buộc tông tối, tương phản mạnh, alt tiếng Việt</a:t>
            </a:r>
            <a:br/>
            <a:r>
              <a:t>• Hướng phát triển tiếp: AI nhận diện món từ ảnh (FoodRecognitionProvider stub — kiến trúc mở), tích hợp thanh toán MOMO/VNPAY thật, nâng cấp Next.js 15/16, 6 PR Dependabot chờ duyệt</a:t>
            </a:r>
          </a:p>
        </p:txBody>
      </p:sp>
      <p:pic>
        <p:nvPicPr>
          <p:cNvPr id="8" name="Picture 7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023360"/>
            <a:ext cx="1463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CHECKLIST / KIỂM TRA (AGENTS.md)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✓ typecheck + lint + format:check PASS</a:t>
            </a:r>
            <a:br/>
            <a:r>
              <a:t>• ✓ npm run build (FE 49 routes + BE nest build) PASS</a:t>
            </a:r>
            <a:br/>
            <a:r>
              <a:t>• ✓ GET /api/health → database: 'connected'</a:t>
            </a:r>
            <a:br/>
            <a:r>
              <a:t>• ✓ FE /login 200 OK, BE /api/docs hoạt động</a:t>
            </a:r>
            <a:br/>
            <a:r>
              <a:t>• ✓ Browser QA: 0 console error, 0 overflow 768px, 0 HTTP ≥400 (bỏ qua ERR_ABORTED + host ngoài)</a:t>
            </a:r>
            <a:br/>
            <a:r>
              <a:t>• ✓ Git message: Conventional Commits (feat(frontend): ..., fix(admin): ..., docs: ...)</a:t>
            </a:r>
            <a:br/>
            <a:r>
              <a:t>• ✓ Không commit: .env, .next/, dist/, node_modules/, screenshot tạm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48640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7FF00"/>
                </a:solidFill>
                <a:latin typeface="Calibri"/>
              </a:defRPr>
            </a:pPr>
            <a:r>
              <a:t>KẾT LUẬN &amp; HƯỚNG TIẾP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4114800" cy="18288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2F4F0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120640"/>
          </a:xfrm>
          <a:prstGeom prst="roundRect">
            <a:avLst/>
          </a:prstGeom>
          <a:solidFill>
            <a:srgbClr val="15161A"/>
          </a:solidFill>
          <a:ln w="635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4F0"/>
                </a:solidFill>
                <a:latin typeface="Calibri"/>
              </a:defRPr>
            </a:pPr>
            <a:r>
              <a:t>• Dự án GymShark đã hoàn thành đầy đủ các kỳ: Check-in (Kỳ 4–10), Membership + Check-in (Kỳ 4), Trainer + Schedule (STEP 5), Payment + Invoice (STEP 6), Promotion + Notification (STEP 8), AuditLog + Security + Reports (STEP 9–10), Chat realtime + Meal-plan + Food library (Giai đoạn 1–2), Check-in nhận diện khuôn mặt FACE_ID (Kỳ 11), Three.js + Framer Motion (Kỳ 13)</a:t>
            </a:r>
            <a:br/>
            <a:r>
              <a:t>• DB: PostgreSQL 17 native ổn định (revert từ SQL Server 2022 Phase 2 — 185 SP, adapter 20 module); TypeORM entities đã sửa cho PostgreSQL</a:t>
            </a:r>
            <a:br/>
            <a:r>
              <a:t>• Hạn chế còn lại: AI nhận diện món từ ảnh (stub), thanh toán thật (stub MOMO/VNPAY), 5 PR Dependabot chờ duyệt</a:t>
            </a:r>
            <a:br/>
            <a:r>
              <a:t>• Cảm ơn!</a:t>
            </a:r>
          </a:p>
        </p:txBody>
      </p:sp>
      <p:pic>
        <p:nvPicPr>
          <p:cNvPr id="8" name="Picture 7" descr="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023360"/>
            <a:ext cx="146304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A2D30"/>
                </a:solidFill>
                <a:latin typeface="Calibri"/>
              </a:defRPr>
            </a:pPr>
            <a:r>
              <a:t>GymShark — Đồ Án Tốt Nghiệp ĐH Lạc Hồng | Được tạo từ docs/PROMPT_THUYETTRINH.md |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